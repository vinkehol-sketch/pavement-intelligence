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60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AC848-A7D4-0876-2AB7-84B3B954E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37190C-B4D7-7369-3DEB-AEA9B1227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6FD719-EC87-96CD-27B8-711A5CD35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A0-8D94-4B4E-A6F9-C4BB58CA1D84}" type="datetimeFigureOut">
              <a:rPr lang="es-BO" smtClean="0"/>
              <a:t>10/8/2022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277F58-01E2-3B77-9A79-3649DC4D7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327D09-23D1-396C-E821-990B85077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6862-DF5F-4968-981D-9C08EFF65FBF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68304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32C56-A90C-136E-1C14-FB46E730B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79831D-F8C5-616A-38DD-25DE00863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AA43B3-A72B-605A-19B1-7CFDE53B7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A0-8D94-4B4E-A6F9-C4BB58CA1D84}" type="datetimeFigureOut">
              <a:rPr lang="es-BO" smtClean="0"/>
              <a:t>10/8/2022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4AE035-5AE4-758F-297E-43FD2A3C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F66847-4342-2257-258B-BF7F17AC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6862-DF5F-4968-981D-9C08EFF65FBF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388860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5CC8C-5A7D-417F-4791-9CE037575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F82054-1C04-D2A4-7534-6F120E7D1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54A376-9487-BED3-BE6B-E506B6C1C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A0-8D94-4B4E-A6F9-C4BB58CA1D84}" type="datetimeFigureOut">
              <a:rPr lang="es-BO" smtClean="0"/>
              <a:t>10/8/2022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F35D9C-9E40-EC75-4AA0-DDA26EAB7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5A9C4D-E67E-0763-7287-51A2030DF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6862-DF5F-4968-981D-9C08EFF65FBF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6455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79821-5A43-AD02-1D66-8932F84FA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61EA18-BD43-8DD4-5701-33076A1DF0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EEB655-EB11-B54F-2F6B-BDB2AE17C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B88741-7966-4B36-9FE0-167CF0F5D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A0-8D94-4B4E-A6F9-C4BB58CA1D84}" type="datetimeFigureOut">
              <a:rPr lang="es-BO" smtClean="0"/>
              <a:t>10/8/2022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E1F13E-830B-756D-C27F-84F2811A2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170460-DF04-4B9D-8753-48C165EE1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6862-DF5F-4968-981D-9C08EFF65FBF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5829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51926-5D73-CA01-DCD4-B658104C1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1C4664-1FCE-A718-6C30-AABA4ABE9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8BA3E8-CE8F-0B79-5FA7-38DE57BA1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AC1F7A4-2F0B-5681-D549-F4DA8404B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C6EECFA-A32B-5301-03A8-9D9CDFDBC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E3496E7-D16F-ABDE-5CC5-D5E08915F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A0-8D94-4B4E-A6F9-C4BB58CA1D84}" type="datetimeFigureOut">
              <a:rPr lang="es-BO" smtClean="0"/>
              <a:t>10/8/2022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21E1B20-7599-3D2E-CD99-8416D5F0D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154BF90-9D45-2D33-1BF3-F458BE336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6862-DF5F-4968-981D-9C08EFF65FBF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58229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20DF8-A9E1-B2C0-57E3-FD04FF4A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A47C494-5765-74BB-2BB6-B08D74E60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A0-8D94-4B4E-A6F9-C4BB58CA1D84}" type="datetimeFigureOut">
              <a:rPr lang="es-BO" smtClean="0"/>
              <a:t>10/8/2022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C35AD8-2859-76EA-B873-2D3F0729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CBABB53-F8C2-DE7F-5908-CEB1382D0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6862-DF5F-4968-981D-9C08EFF65FBF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8911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51FDBD-F9C3-26D9-FF9E-01E023DF5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A0-8D94-4B4E-A6F9-C4BB58CA1D84}" type="datetimeFigureOut">
              <a:rPr lang="es-BO" smtClean="0"/>
              <a:t>10/8/2022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0CB6BA3-5F57-8CBE-3861-3CCF9319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EFB157-94EC-E0E1-BD0D-95508A303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6862-DF5F-4968-981D-9C08EFF65FBF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9266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ED0AE-158C-95EE-D420-260236897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3AFDB4-79BA-5CE4-D92C-D337B0306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C7645F-CC59-7422-7C47-F09FA658C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9CBBD1-76DB-7271-7445-A66AF941A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A0-8D94-4B4E-A6F9-C4BB58CA1D84}" type="datetimeFigureOut">
              <a:rPr lang="es-BO" smtClean="0"/>
              <a:t>10/8/2022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592A28-F898-AF64-D9C3-035AF2BF1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11B809-DAD7-0C5D-83D2-7AF44A943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6862-DF5F-4968-981D-9C08EFF65FBF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06787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F1A16-0435-EC2E-349F-32A801562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1AD8B09-7D02-AEF4-CE7E-8D9CDBE618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BF3157-B13C-B077-DAFA-6333AF94C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E6AF38-89D0-1B55-9E88-F58F912B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A0-8D94-4B4E-A6F9-C4BB58CA1D84}" type="datetimeFigureOut">
              <a:rPr lang="es-BO" smtClean="0"/>
              <a:t>10/8/2022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D5374A-B48D-DE12-62EF-6A6D59B98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672815-6832-7ADA-4BA4-5176C80D3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6862-DF5F-4968-981D-9C08EFF65FBF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20283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14445-1603-2E14-B349-E44E56B5B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78325D-4C3E-649E-9DC0-03598A5FA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6DF831-0699-1240-D25D-02FD9FCD1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A0-8D94-4B4E-A6F9-C4BB58CA1D84}" type="datetimeFigureOut">
              <a:rPr lang="es-BO" smtClean="0"/>
              <a:t>10/8/2022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483288-A3DA-284D-F7ED-C826F5E3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7B98E9-E8AD-EDFC-6231-437FB4802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6862-DF5F-4968-981D-9C08EFF65FBF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94884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4990438-4FED-2E9B-A3AF-678EC926A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D34808-D864-5591-D5FF-C9F033DC4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53B7CE-83EE-0AB5-ABCA-10A223FED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A0-8D94-4B4E-A6F9-C4BB58CA1D84}" type="datetimeFigureOut">
              <a:rPr lang="es-BO" smtClean="0"/>
              <a:t>10/8/2022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6DE4BA-6243-6E83-34F9-37359AE55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5B6DB2-D1B2-E3DC-6F51-3455F99B5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6862-DF5F-4968-981D-9C08EFF65FBF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36722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81102A3-1B87-DD02-D4C1-17E907DF4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43F620-60EA-9903-299E-C86786C3E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43A84D-8D82-4D75-35DB-6DBD976907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6C2A0-8D94-4B4E-A6F9-C4BB58CA1D84}" type="datetimeFigureOut">
              <a:rPr lang="es-BO" smtClean="0"/>
              <a:t>10/8/2022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44313C-3DFB-30C7-1075-0D25906C2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4E2AE0-1BEA-99D0-185D-6F4C3A619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A6862-DF5F-4968-981D-9C08EFF65FBF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48262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E9556-C80D-C51E-D416-4C9F3CE2E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			</a:t>
            </a:r>
            <a:endParaRPr lang="es-BO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80B307E-6CE7-64CC-01B4-E499D14D7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8955" y="1464218"/>
            <a:ext cx="7106157" cy="392956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6FA449E-FA34-2ED4-19F7-07BE38BD998E}"/>
              </a:ext>
            </a:extLst>
          </p:cNvPr>
          <p:cNvSpPr txBox="1"/>
          <p:nvPr/>
        </p:nvSpPr>
        <p:spPr>
          <a:xfrm>
            <a:off x="8725866" y="1690688"/>
            <a:ext cx="26279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Pavimentos</a:t>
            </a:r>
          </a:p>
          <a:p>
            <a:r>
              <a:rPr lang="es-ES" sz="2800" b="1" dirty="0"/>
              <a:t>Estudiante</a:t>
            </a:r>
            <a:r>
              <a:rPr lang="es-BO" sz="2800" dirty="0"/>
              <a:t>: Eduardo García </a:t>
            </a:r>
            <a:r>
              <a:rPr lang="es-BO" sz="2800" dirty="0" err="1"/>
              <a:t>Miguez</a:t>
            </a:r>
            <a:endParaRPr lang="es-BO" sz="2800" dirty="0"/>
          </a:p>
          <a:p>
            <a:r>
              <a:rPr lang="es-BO" sz="2800" b="1" dirty="0"/>
              <a:t>Docente</a:t>
            </a:r>
            <a:r>
              <a:rPr lang="es-BO" sz="2800" dirty="0"/>
              <a:t>: Ing. Ledezma Gary </a:t>
            </a:r>
          </a:p>
        </p:txBody>
      </p:sp>
    </p:spTree>
    <p:extLst>
      <p:ext uri="{BB962C8B-B14F-4D97-AF65-F5344CB8AC3E}">
        <p14:creationId xmlns:p14="http://schemas.microsoft.com/office/powerpoint/2010/main" val="1954872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57D51-BA90-CAB4-0C34-F54DA8C84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694947" cy="1171658"/>
          </a:xfrm>
        </p:spPr>
        <p:txBody>
          <a:bodyPr>
            <a:normAutofit/>
          </a:bodyPr>
          <a:lstStyle/>
          <a:p>
            <a:pPr algn="l"/>
            <a:r>
              <a:rPr lang="es-ES" sz="4400" b="1" dirty="0"/>
              <a:t>Morfología</a:t>
            </a:r>
            <a:endParaRPr lang="es-BO" sz="44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D5B394-D6B1-412F-E8D8-FEE1E5F2B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82779"/>
            <a:ext cx="3657600" cy="2679031"/>
          </a:xfrm>
        </p:spPr>
        <p:txBody>
          <a:bodyPr>
            <a:noAutofit/>
          </a:bodyPr>
          <a:lstStyle/>
          <a:p>
            <a:pPr algn="l"/>
            <a:r>
              <a:rPr lang="es-ES" sz="2800" dirty="0"/>
              <a:t>Son los atributos observables a campo del suelo dentro de los varios horizontes del suelo, con la descripción de la clase y el arreglo de los horizontes.</a:t>
            </a:r>
            <a:endParaRPr lang="es-BO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DB6B75-175D-5EB1-3829-FC3C9A198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947" y="1567512"/>
            <a:ext cx="2807867" cy="427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879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144F78-AF86-4E8F-019A-0070F02FF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Estratigrafía y Litología</a:t>
            </a:r>
            <a:endParaRPr lang="es-BO" b="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022CE0-19D4-7086-6EA5-07C409833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Estratigrafía</a:t>
            </a:r>
            <a:endParaRPr lang="es-BO" sz="44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C3FF00-A364-20F3-766C-C1DC069E67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Analiza detalladamente las formaciones de rocas sedimentarias con el fin de reconstruir en un área determinada sus características geológicas y la edad en que se origino</a:t>
            </a:r>
            <a:endParaRPr lang="es-BO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A385C6E1-DC2D-FB0E-E9F0-B919BCBA3AB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54167" y="170336"/>
            <a:ext cx="4990075" cy="294183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CABE015-CE73-2F95-933E-86995FBE0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167" y="3332706"/>
            <a:ext cx="5041508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417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E60F2-9250-9C1E-8031-5AA421D99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Litología</a:t>
            </a:r>
            <a:endParaRPr lang="es-B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1E533B-2A81-D4DB-CBA2-2BF621A93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66347" cy="4318501"/>
          </a:xfrm>
        </p:spPr>
        <p:txBody>
          <a:bodyPr/>
          <a:lstStyle/>
          <a:p>
            <a:r>
              <a:rPr lang="es-ES" dirty="0"/>
              <a:t>Es la parte de la geología que estudia a las rocas especialmente de su tamaño de grano, del tamaño de las partículas y de sus características físicas y químicas. Incluye también su composición, su textura, tipo de transporte.</a:t>
            </a:r>
          </a:p>
          <a:p>
            <a:endParaRPr lang="es-B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61B30BE-F18A-F329-24AC-E928FF708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069" y="1920458"/>
            <a:ext cx="4846986" cy="321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264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FF03B-62E8-6590-D58B-402B532C1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Tectónica</a:t>
            </a:r>
            <a:endParaRPr lang="es-B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BF527E-0E4E-83D8-69AC-46C6249C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557337" cy="4543091"/>
          </a:xfrm>
        </p:spPr>
        <p:txBody>
          <a:bodyPr/>
          <a:lstStyle/>
          <a:p>
            <a:r>
              <a:rPr lang="es-ES" dirty="0"/>
              <a:t>Es una rama de las estructuras geológicas producidas por deformación de la corteza terrestre. Estudia los procesos que originan dichas estructuras </a:t>
            </a:r>
            <a:r>
              <a:rPr lang="es-ES" dirty="0" err="1"/>
              <a:t>asi</a:t>
            </a:r>
            <a:r>
              <a:rPr lang="es-ES" dirty="0"/>
              <a:t> como sus formas básicas.</a:t>
            </a:r>
            <a:endParaRPr lang="es-B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6B5F386-7D1E-6337-FC40-E7D6A6E82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521" y="1027906"/>
            <a:ext cx="6766510" cy="490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38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4D56F0-91D3-78F7-B9B9-C5E323676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Hidrología</a:t>
            </a:r>
            <a:endParaRPr lang="es-B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F39A47-534B-9F2C-B9B8-2467E9599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19863" cy="3596607"/>
          </a:xfrm>
        </p:spPr>
        <p:txBody>
          <a:bodyPr/>
          <a:lstStyle/>
          <a:p>
            <a:r>
              <a:rPr lang="es-ES" dirty="0"/>
              <a:t>Se define como una ciencia de la tierra que describe y predice la ocurrencia, circulación y distribución del agua de la Tierra y su atmosfera.</a:t>
            </a:r>
            <a:endParaRPr lang="es-B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4B1FFA-FEBC-6AA1-4F50-3809ECD18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646" y="1799472"/>
            <a:ext cx="3715970" cy="292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8608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176</Words>
  <Application>Microsoft Office PowerPoint</Application>
  <PresentationFormat>Panorámica</PresentationFormat>
  <Paragraphs>15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   </vt:lpstr>
      <vt:lpstr>Morfología</vt:lpstr>
      <vt:lpstr>Estratigrafía y Litología</vt:lpstr>
      <vt:lpstr>Litología</vt:lpstr>
      <vt:lpstr>Tectónica</vt:lpstr>
      <vt:lpstr>Hidrología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</dc:title>
  <dc:creator>iboya.hegedus@gmail.com</dc:creator>
  <cp:lastModifiedBy>iboya.hegedus@gmail.com</cp:lastModifiedBy>
  <cp:revision>1</cp:revision>
  <dcterms:created xsi:type="dcterms:W3CDTF">2022-08-11T01:40:04Z</dcterms:created>
  <dcterms:modified xsi:type="dcterms:W3CDTF">2022-08-11T01:43:55Z</dcterms:modified>
</cp:coreProperties>
</file>